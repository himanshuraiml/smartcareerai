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13716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🚀 AI-Powered Career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SmartCareerAI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Empowering early-career students and professionals to land their dream jobs</a:t>
            </a:r>
            <a:br/>
            <a:r>
              <a:t>with AI-driven insights, personalized coaching, and intelligent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Pre-Seed  •  Prototype Stage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Job Hunting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of resumes never reach human eyes due to ATS 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of students feel unprepared for technical interviews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6+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average job search duration for fresh graduates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8404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Fragmented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Tools for resumes, jobs, and interviews are siloed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One Platform. Complete Career Support.</a:t>
            </a:r>
          </a:p>
        </p:txBody>
      </p:sp>
      <p:sp>
        <p:nvSpPr>
          <p:cNvPr id="4" name="Oval 3"/>
          <p:cNvSpPr/>
          <p:nvPr/>
        </p:nvSpPr>
        <p:spPr>
          <a:xfrm>
            <a:off x="5180990" y="256032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8099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📄 Resume ATS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🛤️ Skill 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🏅 Skill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💼 Job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🎥 AI Mock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📧 Email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27432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Prototype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PROTOTYPE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📄 ATS Resume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AI-powered resume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PROTOTYPE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🎤 AI Audio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Voice-based practice interviews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IN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🎥 AI Video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Video mock interviews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🛤️ Skill Gap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Industry benchmark comparison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🔍 Job Aggregator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Multi-platform job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3192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📧 Email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Interview email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Validation &amp; Early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👥 Validation Interviews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Interviews: [X]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Pain confirmed: [X]%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Willingness to pay: [X]%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Survey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Respondents: [X]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Top pain: ATS rejection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Interest level: [X]%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🧪 Prototype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Testers: [X]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Task completion: [X]%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NPS Score: [X]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</a:defRPr>
            </a:pPr>
            <a:r>
              <a:t>⚠️ We are at PROTOTYPE STAGE - metrics above represent validation research. Full metrics tracked post-launch.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4572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How We Make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286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$0/mo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User Acquisition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286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$19/mo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Core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828800"/>
            <a:ext cx="2286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B2B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828800"/>
            <a:ext cx="3962095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Unit Economics (Projected)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560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Target LTV: $228  •  Target CAC: $25-40  •  LTV:CAC: 5.7-9x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1277295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Customer Acquisition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University partnerships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Organic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Student ambassadors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Referral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3962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Massive TAM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3200400" cy="3200400"/>
          </a:xfrm>
          <a:prstGeom prst="ellipse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$50B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Global HR Tech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2011680"/>
            <a:ext cx="3200400" cy="3200400"/>
          </a:xfrm>
          <a:prstGeom prst="ellipse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Career Services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2011680"/>
            <a:ext cx="3200400" cy="32004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$800M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Student Career Tech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3200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40M+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Annual graduates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486400"/>
            <a:ext cx="3200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AI recruitment CAGR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486400"/>
            <a:ext cx="3200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$500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Avg spend/student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3962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🚀 SmartCareerAI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Resume.io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ATS Resume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AI Mock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Skill 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Job 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Unified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46320"/>
            <a:ext cx="11277295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🛡️ Our Unfair Advantage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86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All-in-One Platform: Only solution covering entire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AI-Native: Built ground-up with LLMs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Student-First: Designed for price-sensitive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4572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Path to First 1000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📢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LinkedIn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YouTube tutorials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Reddit/Discord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SEO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🤝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University career centers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Coding bootcamps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Student orgs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Career coaches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🚀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Product Hunt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Hacker 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College workshops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Influencers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77295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First 1000 Users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① Beta with 50 college testers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② Iterate based on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③ Public launch + Product Hunt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④ Referral program activation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People Behind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657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21031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[Founder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CEO &amp; Co-Founder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[Background: e.g., Former SWE at Google]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3657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21031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[Co-Founder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CTO &amp; Co-Founder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[Background: e.g., ML Engineer, built AI products]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77295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Why We're the Right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💡 Lived the Problem: We struggled with job hunting ourselves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💻 Technical Depth: Full-stack + AI/ML capabilities in-house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86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👥 Domain Access: Direct connections to students &amp; career centers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12-24 Month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5720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📊 Revenue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M6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M12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M24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Paid Subscribers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$950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$5.7K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$38K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$11.4K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$68K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$456K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1828800"/>
            <a:ext cx="3200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🔢 Key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10% free-to-paid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$19 avg monthly subscription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5% monthly churn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$25 blended 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• 50% MoM user growth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1828800"/>
            <a:ext cx="3139135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🔥 Burn &amp; Runway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Monthly Burn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$15-20K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291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Primary Costs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Eng, Cloud,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Break-even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Month 18-24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⚠️ Projections based on market research and SaaS benchmarks. Actual results will vary.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Raising $250K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50% Product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Complete MVP, V1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25% 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Initial marketing,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15%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Cloud, AI APIs,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10% 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Buffer &amp; contingency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12-Month Milestones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Active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37744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$5K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MRR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University Partners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023360"/>
            <a:ext cx="25603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Seed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Round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💰 Runway: 12-15 months at projected burn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4572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VISION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Long-term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🔭 Long-term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Year 1: MVP → Product-Market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Year 2: Scale to 50K users, B2B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Year 3+: International expansion, AI career companion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Ultimate Vision: Become the default career platform for every student globally.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828800"/>
            <a:ext cx="548640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⚠️ Risks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[MED] Competition from incumbents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Mitigation: Focus on unified experience, move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[HIGH] AI API costs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0975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Mitigation: Optimize prompts, caching, fine-tuned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47548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[MED] User acquisition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Mitigation: Organic-first approach, community building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Build the Future of</a:t>
            </a:r>
            <a:br/>
            <a:r>
              <a:t>Career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Join us in democratizing access to career resources and</a:t>
            </a:r>
            <a:br/>
            <a:r>
              <a:t>helping millions of students land their dream jobs.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29260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📧 [founder@email.com]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114800"/>
            <a:ext cx="29260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🌐 [website URL]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114800"/>
            <a:ext cx="29260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💼 [LinkedIn profile]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99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SmartCareerAI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AI-Powered Career Success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