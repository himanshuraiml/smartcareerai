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6319" y="1371600"/>
            <a:ext cx="331456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rPr sz="1600"/>
              <a:t>🚀 AI-POWERED CAREER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SmartCareerAI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94A3B8"/>
                </a:solidFill>
              </a:defRPr>
            </a:pPr>
            <a:r>
              <a:t>Empowering early-career students and professionals to land their dream jobs</a:t>
            </a:r>
            <a:br/>
            <a:r>
              <a:t>with AI-driven insights, personalized coaching, and intelligent automation.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5943600"/>
            <a:ext cx="21332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rPr lang="en-US" dirty="0"/>
              <a:t>January</a:t>
            </a:r>
            <a:r>
              <a:rPr dirty="0"/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23790" y="457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Job Hunting is Broken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5720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2286000"/>
            <a:ext cx="4023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❌  75%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260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of resumes never reach human eyes due to ATS rejection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011680"/>
            <a:ext cx="45720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4023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🎯  83%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9260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of students feel unprepared for technical interviews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45720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4114800"/>
            <a:ext cx="4023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⏰  6+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average job search duration for fresh graduates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3840480"/>
            <a:ext cx="45720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4114800"/>
            <a:ext cx="4023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🧩  Fragmented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7548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Tools for resumes, jobs, and interviews are siloed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607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"Students juggle 10+ platforms, get rejected without feedback, and have no clear path to improvement."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23790" y="457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One Platform. Complete Career Support.</a:t>
            </a:r>
          </a:p>
        </p:txBody>
      </p:sp>
      <p:sp>
        <p:nvSpPr>
          <p:cNvPr id="4" name="Oval 3"/>
          <p:cNvSpPr/>
          <p:nvPr/>
        </p:nvSpPr>
        <p:spPr>
          <a:xfrm>
            <a:off x="5180990" y="2560320"/>
            <a:ext cx="1828800" cy="18288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80990" y="30175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📄 Resume ATS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🛤️ Skill Gap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50292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🏅 Skill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50292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💼 Job Aggregation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4114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🎥 AI Mock Interviews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2860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📧 Email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23790" y="274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Core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📄 ATS Resume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AI-powered analysis with keyword matching, formatting checks, and actionable improvement tips.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6576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34840" y="15087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82880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🎤 AI Audio Interviews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3774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Practice with AI interviewer using voice. Real-time transcription and analysis.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6576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5087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COMING SOON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82880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🎥 AI Video Interviews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3774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Full video mock interviews with body language analysis and confidence scoring.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31920"/>
            <a:ext cx="36576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40690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COMING SOON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8912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🛤️ Skill Gap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9377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Compare skills against industry benchmarks and get personalized learning paths.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931920"/>
            <a:ext cx="36576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34840" y="40690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COMING SOON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38912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🔍 Job Aggregator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9377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Unified search across LinkedIn, Indeed, Glassdoor with one-click apply.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931920"/>
            <a:ext cx="36576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5320" y="40690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COMING SOON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38912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📧 Email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9377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Auto-scan for interview invites and HR follow-ups with smart reminders.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23790" y="457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Built for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48495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54480" y="1965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28600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Next.js 14 • Tailwind CSS • TypeScript • Zustand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291840"/>
            <a:ext cx="9448495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54480" y="34290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MICROSERVICES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7490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Auth • Resume • Scoring • Interview • Jobs • Skills • Billing • API Gateway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754880"/>
            <a:ext cx="9448495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54480" y="4892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21208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PostgreSQL • Redis • Docker • MinIO • GPT-4 / Gemini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23790" y="457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Massive TAM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2011680"/>
            <a:ext cx="3200400" cy="3200400"/>
          </a:xfrm>
          <a:prstGeom prst="ellipse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$50B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Global HR Tech</a:t>
            </a:r>
          </a:p>
        </p:txBody>
      </p:sp>
      <p:sp>
        <p:nvSpPr>
          <p:cNvPr id="8" name="Oval 7"/>
          <p:cNvSpPr/>
          <p:nvPr/>
        </p:nvSpPr>
        <p:spPr>
          <a:xfrm>
            <a:off x="4572000" y="2011680"/>
            <a:ext cx="3200400" cy="3200400"/>
          </a:xfrm>
          <a:prstGeom prst="ellipse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2926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$12B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4747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8404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Career Services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0" y="2011680"/>
            <a:ext cx="3200400" cy="3200400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2926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$800M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4747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8404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Student Career Tech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486400"/>
            <a:ext cx="20116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66928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40M+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2179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Annual college graduates worldwide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5486400"/>
            <a:ext cx="20116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0" y="566928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23%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2179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CAGR in AI recruitment market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5486400"/>
            <a:ext cx="20116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0" y="566928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$500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62179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Avg. spend per student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23790" y="457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Multiple Revenue Streams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7472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</a:defRPr>
            </a:pPr>
            <a:r>
              <a:rPr lang="en-IN" dirty="0"/>
              <a:t>$</a:t>
            </a:r>
            <a:r>
              <a:rPr dirty="0"/>
              <a:t>0/</a:t>
            </a:r>
            <a:r>
              <a:rPr dirty="0" err="1"/>
              <a:t>mo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✓ 3 Resume uploads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✓ Basic ATS scoring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✓ 2 AI interviews/month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User Acquisition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47472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</a:defRPr>
            </a:pPr>
            <a:r>
              <a:t>$19/mo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2004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✓ Unlimited uploads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✓ Advanced ATS + improvements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✓ 20 AI interviews/month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✓ Job aggregation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✓ Skill roadmaps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9436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Core Revenue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828800"/>
            <a:ext cx="347472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20116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Enterprise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46888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</a:defRPr>
            </a:pPr>
            <a:r>
              <a:t>Custom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2004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✓ University licensing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✓ Custom branding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✓ Analytics dashboard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✓ Dedicated support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✓ API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59436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B2B Revenue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23790" y="457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Early Momentum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0116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2,500+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Beta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10B981"/>
                </a:solidFill>
              </a:defRPr>
            </a:pPr>
            <a:r>
              <a:t>↑ 45% MoM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828800"/>
            <a:ext cx="20116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0" y="201168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8,500+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560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Resumes Analyzed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8346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10B981"/>
                </a:solidFill>
              </a:defRPr>
            </a:pPr>
            <a:r>
              <a:t>↑ 60% MoM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28800"/>
            <a:ext cx="20116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201168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1,200+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560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AI Interviews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8346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10B981"/>
                </a:solidFill>
              </a:defRPr>
            </a:pPr>
            <a:r>
              <a:t>↑ 80% MoM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828800"/>
            <a:ext cx="20116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40" y="201168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92%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560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User Satisfaction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8346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10B981"/>
                </a:solidFill>
              </a:defRPr>
            </a:pPr>
            <a:r>
              <a:t>NPS 72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14800"/>
            <a:ext cx="53035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2976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94A3B8"/>
                </a:solidFill>
              </a:defRPr>
            </a:pPr>
            <a:r>
              <a:t>"SmartCareerAI helped me improve my resume score from 45 to 89. Got 3 interviews in the first week!"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607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— Alex Chen, CS Graduate, Stanford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114800"/>
            <a:ext cx="53035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42976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94A3B8"/>
                </a:solidFill>
              </a:defRPr>
            </a:pPr>
            <a:r>
              <a:t>"The AI mock interviews are incredibly realistic. I felt so much more confident in my actual interview."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7607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— Priya Sharma, MBA Candidate, Wharton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23790" y="457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Why We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8288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🚀 SmartCareerAI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Resumake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8288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Interview.io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8288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LinkedIn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ATS Resume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3774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3774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3774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3774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260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AI Mock Interviews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9260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9260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9260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9260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747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Skill Gap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4747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4747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4747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4747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59E0B"/>
                </a:solidFill>
              </a:defRPr>
            </a:pPr>
            <a:r>
              <a:t>~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02336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Job Aggregation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02336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02336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02336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402336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5720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Unified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5720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5720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5720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45720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1206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Student-Focused Pricing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51206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51206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51206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51206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7607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⚡ All-in-One: The only unified platform covering the entire job search journey</a:t>
            </a:r>
            <a:br/>
            <a:r>
              <a:t>💰 Affordable: 60% cheaper than using multiple point solutions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23790" y="457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90-Day Execution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4747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Phase 1  •  Day 1-30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✓ User authentication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✓ Resume upload &amp; parsing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✓ ATS scoring engine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✓ Audio interview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035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COMPLETED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4747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20116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Phase 2  •  Day 31-60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5603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⟳ Video interview module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○ Skill gap analysis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○ Job scraping engine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○ Application tracker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53035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IN PROGRESS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34747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20116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Phase 3  •  Day 61-90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5603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○ HR interview practice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○ Email tracking automation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○ Analytics dashboard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○ Enterprise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53035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UPCOMING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23790" y="457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Raising $1.5M Seed Round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74320" cy="7315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Engineering &amp; Product — 60%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774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Hire 4 engineers, build Phase 2-3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274320" cy="7315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31089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Growth &amp; Marketing — 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474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University partnerships, digital marketing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274320" cy="7315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42062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Operations — 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572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Legal, compliance, cloud 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18-Month Milestones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468880"/>
            <a:ext cx="20116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65176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50K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918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Users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2468880"/>
            <a:ext cx="20116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0" y="265176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$500K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2918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ARR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114800"/>
            <a:ext cx="20116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429768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9377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University Partners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4114800"/>
            <a:ext cx="20116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0" y="429768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Series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9377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Ready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Let's Build the Future of</a:t>
            </a:r>
            <a:br/>
            <a:r>
              <a:t>Career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94A3B8"/>
                </a:solidFill>
              </a:defRPr>
            </a:pPr>
            <a:r>
              <a:t>Join us in democratizing access to career resources and</a:t>
            </a:r>
            <a:br/>
            <a:r>
              <a:t>helping millions of students land their dream jobs.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4114800"/>
            <a:ext cx="292608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📧 founders@smartcareerai.com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114800"/>
            <a:ext cx="292608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420624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🌐 www.smartcareerai.com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4114800"/>
            <a:ext cx="292608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0" y="420624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💼 /company/smartcareerai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0990" y="50292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SmartCareerAI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2179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AI-Powered Career Success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738</Words>
  <Application>Microsoft Office PowerPoint</Application>
  <PresentationFormat>Widescreen</PresentationFormat>
  <Paragraphs>194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Himanshu Rai</cp:lastModifiedBy>
  <cp:revision>2</cp:revision>
  <dcterms:created xsi:type="dcterms:W3CDTF">2013-01-27T09:14:16Z</dcterms:created>
  <dcterms:modified xsi:type="dcterms:W3CDTF">2026-01-13T06:11:52Z</dcterms:modified>
  <cp:category/>
</cp:coreProperties>
</file>