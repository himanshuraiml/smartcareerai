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13716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🚀 AI-Powered Career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3B82F6"/>
                </a:solidFill>
              </a:defRPr>
            </a:pPr>
            <a:r>
              <a:t>SmartCareerAI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</a:defRPr>
            </a:pPr>
            <a:r>
              <a:t>Empowering early-career students and professionals to land their dream jobs</a:t>
            </a:r>
            <a:br/>
            <a:r>
              <a:t>with AI-driven insights, personalized coaching, and intelligent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Pre-Seed  •  Prototype Stage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Job Hunting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5720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of resumes never reach human eyes due to ATS 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11680"/>
            <a:ext cx="45720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926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of students feel unprepared for interviews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45720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6+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average job search duration for fresh graduates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840480"/>
            <a:ext cx="45720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Fragmented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Tools for resumes, jobs, interviews are siloed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One Platform. Complete Career Support.</a:t>
            </a:r>
          </a:p>
        </p:txBody>
      </p:sp>
      <p:sp>
        <p:nvSpPr>
          <p:cNvPr id="4" name="Oval 3"/>
          <p:cNvSpPr/>
          <p:nvPr/>
        </p:nvSpPr>
        <p:spPr>
          <a:xfrm>
            <a:off x="4805680" y="2184400"/>
            <a:ext cx="2204110" cy="22047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5680" y="2829560"/>
            <a:ext cx="2204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rPr dirty="0"/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rPr sz="2400" dirty="0"/>
              <a:t>📄 Resume ATS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rPr sz="2400" dirty="0"/>
              <a:t>🛤️ Skill Gap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0292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rPr sz="2400" dirty="0"/>
              <a:t>🏅 Skill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2" y="505968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rPr sz="2400" dirty="0"/>
              <a:t>💼 Job </a:t>
            </a:r>
            <a:r>
              <a:rPr lang="en-IN" sz="2400" dirty="0"/>
              <a:t>Aggregator</a:t>
            </a:r>
            <a:endParaRPr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144000" y="41148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rPr sz="2400" dirty="0"/>
              <a:t>🎥 AI </a:t>
            </a:r>
            <a:r>
              <a:rPr lang="en-US" sz="2400" dirty="0"/>
              <a:t>Video </a:t>
            </a:r>
            <a:r>
              <a:rPr sz="2400" dirty="0"/>
              <a:t>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rPr sz="2400" dirty="0"/>
              <a:t>📧 Email Tracking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27432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Prototype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PROTOTYPE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📄 Resume </a:t>
            </a:r>
            <a:r>
              <a:rPr lang="en-IN" dirty="0"/>
              <a:t>ATS </a:t>
            </a:r>
            <a:r>
              <a:rPr dirty="0"/>
              <a:t>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AI-powered resume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PROTOTYPE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🎤 AI Audio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Voice-based practice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PROTOTYPE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🛤️ Skill Gap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Industry benchmarks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PROTOTYPE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lang="en-IN" sz="1600" dirty="0"/>
              <a:t>💼</a:t>
            </a:r>
            <a:r>
              <a:rPr dirty="0"/>
              <a:t> </a:t>
            </a:r>
            <a:r>
              <a:rPr lang="en-IN" sz="1600" dirty="0"/>
              <a:t>Job Aggregator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Multi-platform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4069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IN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🎥 AI Video Interviews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Video mock interviews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3192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069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389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📧 Email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Interview email automation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Validation &amp; Early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👥 Validation Interviews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Interviews: [X]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Pain confirmed: [X]%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Willingness to pay: [X]%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6576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📊 Survey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Respondents: [X]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Top pain: ATS rejection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Interest: [X]%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6576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🧪 Prototype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Testers: [X]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Task completion: [X]%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NPS Score: [X]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</a:defRPr>
            </a:pPr>
            <a:r>
              <a:t>⚠️ PROTOTYPE STAGE - metrics represent validation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0" y="4572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How We Make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286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₹0/mo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Acquisition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286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₹499/mo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Core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828800"/>
            <a:ext cx="2286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B2B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828800"/>
            <a:ext cx="396209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Unit Economics (Projected)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468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Target LTV: ₹18,000</a:t>
            </a:r>
            <a:br/>
            <a:r>
              <a:t>Target CAC: ₹2,000-3,500</a:t>
            </a:r>
            <a:br/>
            <a:r>
              <a:t>LTV:CAC: 5-9x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1127729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Acquisition Strategy: University partnerships • Organic content • Student ambassadors • Referrals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0" y="457200"/>
            <a:ext cx="3962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Massive TAM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3200400" cy="3200400"/>
          </a:xfrm>
          <a:prstGeom prst="ellipse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₹4.2L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Global HR Tech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2011680"/>
            <a:ext cx="3200400" cy="3200400"/>
          </a:xfrm>
          <a:prstGeom prst="ellipse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₹1L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Career Services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2011680"/>
            <a:ext cx="3200400" cy="32004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₹6,700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Student Career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86400"/>
            <a:ext cx="32004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40M+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Annual graduates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486400"/>
            <a:ext cx="32004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AI recruitment CAGR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486400"/>
            <a:ext cx="32004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₹40,000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Avg spend/student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0" y="457200"/>
            <a:ext cx="3962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🚀 SmartCareerAI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Resume.io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Pramp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ATS Resume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AI Mock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Skill 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</a:defRPr>
            </a:pPr>
            <a:r>
              <a:t>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Job Aggregation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Unified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46320"/>
            <a:ext cx="1127729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🛡️ Unfair Advantage: All-in-One Platform • AI-Native • Student-First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0" y="4572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Path to First 1000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📢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LinkedIn • YouTube • Reddit • SEO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🤝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Universities • Bootcamps • Career coaches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657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🚀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Product Hunt • Hacker News • Influencers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127729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</a:defRPr>
            </a:pPr>
            <a:r>
              <a:t>First 1000: Beta testers → Iterate → Public launch → Referrals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The People Behind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36576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657600" y="21031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[Founder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CEO &amp; Co-Founder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[Your background]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36576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0" y="21031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[Co-Founder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</a:defRPr>
            </a:pPr>
            <a:r>
              <a:t>CTO &amp; Co-Founder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[Your background]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7729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Why Us: Lived the problem • Technical depth • Domain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12-24 Month 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5720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📊 Revenue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M6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M12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M24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₹79K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₹4.75L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</a:defRPr>
            </a:pPr>
            <a:r>
              <a:t>₹31.7L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₹9.5L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₹57L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</a:defRPr>
            </a:pPr>
            <a:r>
              <a:t>₹3.8Cr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1828800"/>
            <a:ext cx="32004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🔢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10%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₹499/mo avg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5% churn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₹2K 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• 50% MoM growth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1828800"/>
            <a:ext cx="3139135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🔥 Burn &amp; Runway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Monthly Burn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₹12-17L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291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Primary Costs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Eng, Cloud,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Break-even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Month 18-24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0" y="457200"/>
            <a:ext cx="2133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Raising ₹2 Crore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50% Product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25% Go-to-Market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15%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10% Reserve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12-Month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77440"/>
            <a:ext cx="25603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377440"/>
            <a:ext cx="25603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₹4L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MRR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23360"/>
            <a:ext cx="25603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Universities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023360"/>
            <a:ext cx="25603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</a:defRPr>
            </a:pPr>
            <a: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💰 Runway: 12-15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0" y="4572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VISION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Long-term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🔭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Year 1: MVP → Product-Market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Year 2: Scale to 50K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Year 3+: International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Goal: Default career platform for every student globally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828800"/>
            <a:ext cx="54864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⚠️ Risks &amp;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Competition: Move fast, unified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3200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AI costs: Optimize prompts, 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75" y="38404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• CAC: Organic-first, community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</a:defRPr>
            </a:pPr>
            <a:r>
              <a:t>Let's Build the Future of</a:t>
            </a:r>
            <a:br/>
            <a:r>
              <a:t>Career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</a:defRPr>
            </a:pPr>
            <a:r>
              <a:t>Join us in helping millions of students land their dream jobs.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29260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t>📧 [your@email.com]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114800"/>
            <a:ext cx="29260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t>🌐 [website]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114800"/>
            <a:ext cx="29260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t>💼 [LinkedIn]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🚀 SmartCareerAI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</a:defRPr>
            </a:pPr>
            <a:r>
              <a:t>AI-Powered Career Success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689</Words>
  <Application>Microsoft Office PowerPoint</Application>
  <PresentationFormat>Widescreen</PresentationFormat>
  <Paragraphs>211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Rai</cp:lastModifiedBy>
  <cp:revision>2</cp:revision>
  <dcterms:created xsi:type="dcterms:W3CDTF">2013-01-27T09:14:16Z</dcterms:created>
  <dcterms:modified xsi:type="dcterms:W3CDTF">2026-01-13T06:29:06Z</dcterms:modified>
  <cp:category/>
</cp:coreProperties>
</file>